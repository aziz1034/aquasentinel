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4" r:id="rId7"/>
    <p:sldId id="265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4F860-37D1-4B73-8E0C-5D982D80F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59EDB-DA8E-4C97-A800-C30F5F308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C7CEB-50DC-41E7-8366-EF9F5F3D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8888D-9320-4F77-A2E5-62BAC754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2EE3A-8579-4D83-AD52-809C891E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77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1EDEF-992C-4ED3-AAEB-AA00DE1F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D671B-D5AB-4007-BD60-406BE4C59C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EEA3F-6E52-4578-84CF-80733BDF3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84A0E-964B-4A1B-9E77-21E61B95E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B2541-0AE8-46EA-8CC2-07374F3D8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782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E661-5D60-4CD4-A9AE-B1702174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376AE-9D29-4E40-99AC-347347898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FBF6F-FD48-4B1E-868F-315239533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1B71E-EBAB-44AB-9F98-592B7298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7DA3D-06CA-4588-BD0E-4C584600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53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FCF8-A52E-4D8F-B70A-BB57A8AB2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32544-5DD0-4D88-9B68-32207D459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C7B33-A1F7-4B00-BDA1-B607E6623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2BEFC-D55B-4966-B99B-CF594DC6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FB9C45-8BAE-40CE-B62A-F0A1266FA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AB63EE-9875-47D6-AA29-4559678C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341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C0FE-5AA6-441E-B28B-796CC8D4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EA237-F296-4F6E-A83B-B8B483E8B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D2BFD-B2A6-4088-BD35-0CEB69F31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D6A4A-151A-42B6-9457-BACEDB007B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4D4FBE-B6CA-466A-B22D-BB34CE4462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12116C-F66B-4C25-AD6B-DF481398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4DB32-60D2-494E-B7BE-0BF26A168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C32B81-6C8A-4EFB-9EC2-95378D716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4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850CB-A775-4121-A296-29FB0C28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36136-67D6-42A7-A004-F30BCAADF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959C9A-D1AB-4BE0-879C-D77B3AB30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FA3AC-29C9-4B4B-8435-80A7EA8F6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89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BB1A94-CA55-4686-BEDD-B0CBF5048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C65B8-86E9-4FA5-B2B3-A72AB8D0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17FE0-ABDE-4F2E-AFD7-3774D5C5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132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B36-901B-4C9B-9721-DDEA304B7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41C16-A23B-4558-9400-B8B88E979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B6D81-182C-4D2E-B2EE-454C20F99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6BA3E-4CD7-4FEB-8EDA-F3E78452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7487A-2511-4C15-97F0-C01566457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DAB5F-4BD3-44C8-98DB-C93A37EA6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8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C3AB-644B-475C-93EA-C9A3B9D59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8D74F-3F56-4153-856C-94E2D2A56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B6CCD-C04D-464C-801D-F825EF9E9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E09B4-F0B4-4D71-896C-AC1C78575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E56E0-80C0-4242-85CE-3CF0407B8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6F9AB-BA9A-4E94-B551-E50901BD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15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FFD79-00E1-45A9-863E-4505E3E49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542FAB-49D7-4FB1-92E6-79A341931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9A052-D7F3-48C1-AC3B-967AB2F62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DC7E9-B8B4-4311-A0D4-B20D734AE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7ECE2-624B-4265-93C6-0A75FA83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25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1C891-6ADE-47A5-B869-3C947441C5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6ED8E4-A6B2-43D5-A5B5-F16F0F031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D48C6-D5AE-4ACD-83DB-F440B410F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461AE-B80B-4BE2-B794-89A3B7C1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60DEB-BB8E-48CE-9D33-A0E7DB221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6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C44C1-68D7-4098-B9B5-668EA751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CA11B-DD5D-41E2-971C-66C983B8B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998EA-74DA-4138-B234-08E2FBE738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841126-709E-48F5-BEA7-7B94624D71B7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4D827-2A6A-41D5-8B98-3269718950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C91BB-9338-4478-8588-64E281381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A4061-3AAE-406B-87B7-E46986D6E4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3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5DE394-2BCA-49B8-A505-0E1C7E181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50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B06778-0676-4380-8872-6C41E48DD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7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503134-9606-4AF8-906D-B6FFABE81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2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F2418-68F1-42E3-8943-58E72D286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90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15CE49-9AE0-4A22-A392-83F6442AF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105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949256-058F-4542-B503-F8891422B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5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617367-BF38-478C-A346-D6D132776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240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C35D33-D577-49B4-9710-0605C98CC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4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121F83-FB1D-427B-88E9-7ADF4940D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665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2</cp:revision>
  <dcterms:created xsi:type="dcterms:W3CDTF">2026-10-08T21:58:12Z</dcterms:created>
  <dcterms:modified xsi:type="dcterms:W3CDTF">2026-10-08T22:09:51Z</dcterms:modified>
</cp:coreProperties>
</file>